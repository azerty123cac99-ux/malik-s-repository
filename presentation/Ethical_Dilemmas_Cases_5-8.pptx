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four cases we were assigned: 5 Amazon, 6 Wells Fargo, 7 Boeing whistleblowers, 8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Type: Nonrole. Distinguish verified facts (OSHA citations) from allegations. Verify latest status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Type: Role Distortion. Note asset cap status changed after 2024 - verify with Federal Reserve.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Type: Role Assertion. Be sensitive about Barnett's death. State only that authorities ruled it a suicide.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Type: Nonrole. This case is more general than the others; use current, cited sources for specific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Dilemmas in Modern Business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Analysis: Amazon · Wells Fargo · Boeing Whistleblowers · Meta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5–8  |  Group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Types of Ethical Dilemmas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Nonrole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conflict not created by the job description; person acts as citizen, coworker, or conscience-driven individual.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Failure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4708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duty (safety, risk, accuracy) is not fulfilled.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Distortion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8444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duties twisted by incentives, pressure, or culture.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Assertion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58444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ethical duties beyond the formal job, at personal risk.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 Amazon → Nonrole   |   Case 6 Wells Fargo → Role Distortion   |   Case 7 Boeing → Role Assertion   |   Case 8 Meta → Nonrole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 · AMAZON · 2023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Workers &amp; Safety Reporting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Summary of the Issue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47088"/>
            <a:ext cx="45720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workers and labor advocates raised concerns about injuries, fast production quotas, and work pace.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cited Amazon at several U.S. warehouses (2022–23) for ergonomic hazards; a 2024 U.S. Senate HELP Committee report also criticized its injury rates. Amazon disputes these findings and says it invests heavily in safety.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had to choose: report hazards, or stay silent to protect hours, evaluations, and jobs.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371600"/>
            <a:ext cx="3108960" cy="3200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Type of Ethical Issue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Nonrole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42316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dilemma comes from personal circumstances, not a job duty: an individual weighing self-protection and coworker safety against income.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supporting frameworks: rights-based ethics (right to a safe workplace) and utilitarianism (fewer injuries, greater total welfare).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 · AMAZON · 2023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Amazon: Stakeholders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Stakeholders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workers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risk, job security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737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Coworkers &amp; supervisors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pressure, quota targets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management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vs. safety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265176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6974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fast delivery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576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Costs, reputation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36118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36576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/ regulators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safety law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Impact on the Company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755648"/>
            <a:ext cx="35661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financial: OSHA citations, fines, workers' comp costs, and turnover that raises training costs.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Reputation: sustained media and Senate scrutiny hurts hiring and brand trust.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injured or burned-out workers reduce output; unions and organizing efforts grow.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 · AMAZON · 2023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Amazon: Solutions &amp;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Anonymous, no-retaliation reporting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hotline plus written anti-retaliation policy; report safety data to leadership and the board.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Safety-adjusted metrics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injury reporting from productivity scoring; slow rates when hazards are flagged; add worker safety committees.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safety audits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ergonomic audits with public results and corrective deadlines.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92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Possible Solutions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BEST SOLUTION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050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reporting plus safety-adjusted metrics: it removes the choice between safety and employment, which is the root of the dilemma, and can be started quickly at low cost.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 · WELLS FARGO · 2023–2024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Unauthorized Accounts Scandal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Summary of the Issue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47088"/>
            <a:ext cx="45720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opened accounts and enrolled customers in products without authorization to meet aggressive sales targets.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(CFPB, OCC, Federal Reserve, DOJ, SEC) fined the bank billions over the years; in 2018 the Fed capped its assets until reforms were made.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employees were fired; customers paid fees and suffered credit damage.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371600"/>
            <a:ext cx="3108960" cy="3200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Type of Ethical Issue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Distortion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42316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is serving customers with suitable products. Quotas and bonuses redefined “good service” as “number of accounts sold.”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supporting frameworks: duty-based ethics (duty of honesty and consent) and justice ethics (customers bore harm for employee targets).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 · WELLS FARGO · 2023–2024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Wells Fargo: Stakeholders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Stakeholders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credit damage, lost trust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737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employees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firing, fear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&amp; executives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targets and culture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265176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6974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shareholders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Losses, governance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576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CFPB, OCC, Fed, DOJ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36118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36576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Ethics-line reporters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Impact on the Company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755648"/>
            <a:ext cx="35661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multi-billion-dollar penalties, customer remediation, and legal costs.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asset cap, leadership turnover, and mandated governance reforms.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Reputation: loss of customer trust, lower account growth, and years of rebuilding.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 · WELLS FARGO · 2023–2024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Wells Fargo: Solutions &amp;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Redesign incentives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quotas with customer satisfaction, retention, and quality metrics; use clawbacks for misconduct.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controls &amp; consent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customer consent digitally for every new account; audit unusual opening patterns.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ethics-line reporters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hotline reporting to the board, with anti-retaliation enforcement.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92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Possible Solutions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BEST SOLUTION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050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incentives: the misconduct came from the reward system, so controls and hotlines alone treat symptoms. Pair it with digital consent checks.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7 · BOEING · 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Whistleblowers &amp; Safety Concerns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Summary of the Issue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47088"/>
            <a:ext cx="45720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such as John Barnett and Sam Salehpour raised concerns about manufacturing and quality control.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January 2024 Alaska Airlines door-plug blowout, scrutiny grew. Barnett died in March 2024 (ruled a suicide) before finishing testimony in his retaliation case.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Whistleblowers testified to the Senate; the FAA and Congress investigated.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371600"/>
            <a:ext cx="3108960" cy="3200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Type of Ethical Issue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Assertion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42316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acted beyond their job descriptions to protect passengers, risking careers, legal cost, and personal well-being.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supporting frameworks: duty-based ethics (protect the public) and virtue ethics (courage, integrity).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7 · BOEING · 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Boeing: Stakeholders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Stakeholders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Retaliation, stress, legal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737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&amp; crews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safety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leadership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Reputation, liability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265176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6974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&amp; suppliers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Groundings, delays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576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&amp; Congress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duty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36118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36576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trust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Impact on the Company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755648"/>
            <a:ext cx="35661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FAA production cap on 737 MAX, audits, investigations, and hearings.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delivery delays, cash burn, and legal exposure; CEO turnover in 2024.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Reputation: safety culture questioned; retaliation claims discourage future reporting.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7 · BOEING · 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Boeing: Solutions &amp;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safety speak-up system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channel to a board safety committee, with tracked responses and deadlines.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anti-retaliation policy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neutral review of retaliation claims; discipline managers who retaliate; legal support for good-faith reporters.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metrics in executive pay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bonuses to quality and safety indicators, not just deliveries.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92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Possible Solutions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BEST SOLUTION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050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speak-up system with enforced anti-retaliation protection: it makes internal reporting credible, so employees needn't go to regulators or media first, and structured review screens out unsupported claims.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8 · META · 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&amp; AI Projects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Summary of the Issue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47088"/>
            <a:ext cx="45720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the tech industry, including at Meta, voiced worries about AI misinformation, discrimination, privacy, and misuse of generative AI.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issues include using public posts for AI training (which drew European regulator attention in 2024) and internal AI chatbot guidelines criticized in 2025.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had to choose: keep working, request safeguards, raise concerns, transfer, or leave.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371600"/>
            <a:ext cx="3108960" cy="32004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Type of Ethical Issue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Nonrole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42316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are rarely the final decision-makers; the conflict is between personal conscience and participating in a project with both benefits and risks.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supporting frameworks: virtue ethics (integrity) and utilitarianism (weigh social benefits vs. harms).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8 · META · 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Meta: Stakeholders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Stakeholders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employees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Conscience vs. career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737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minors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safety, misinformation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974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leadership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safeguards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265176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69748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returns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576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AI laws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36118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1F3F8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365760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information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Impact on the Company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755648"/>
            <a:ext cx="35661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Regulatory: privacy investigations and pressure from AI and child-safety laws.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Talent: unaddressed concerns lead to attrition and leaks.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Reputation: AI incidents can quickly erode user and advertiser trust.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8 · META · 2024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Meta: Solutions &amp;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38160" y="27432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74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AI ethics review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board that must approve high-risk launches; documented risk assessments.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Conscientious objection policy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employees transfer off objectionable projects without penalty.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2148840"/>
          </a:xfrm>
          <a:prstGeom prst="rect">
            <a:avLst/>
          </a:prstGeom>
          <a:solidFill>
            <a:srgbClr val="F1F3F8"/>
          </a:solidFill>
          <a:ln w="12700">
            <a:solidFill>
              <a:srgbClr val="F1F3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444752"/>
            <a:ext cx="347472" cy="34747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1417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safety reporting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9659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model cards, red-team results, and limits.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92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Possible Solutions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BEST SOLUTION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050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AI ethics review with a conscientious-objection option: it gives employees a real voice inside the company, which is more effective than leaving, and reduces harm before launch.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Further Reading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OSHA: Amazon warehouse ergonomic citations (2022–2023); U.S. Senate HELP Committee report on Amazon worker safety (2024)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CFPB, OCC, Federal Reserve, DOJ, SEC: Wells Fargo enforcement actions and settlements (2016–2024)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Senate Permanent Subcommittee on Investigations: Boeing whistleblower hearing (April 2024); FAA investigation of Alaska Airlines Flight 1282 and the 737 MAX production cap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Expert Panel review of Boeing's safety culture (February 2024)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Irish Data Protection Commission and Reuters reporting on Meta's AI data use and chatbot guidelines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verify current facts and status before presenting; ongoing matters may have changed.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Dilemmas in Modern Business: Cases 5-8</dc:title>
  <dc:subject>PptxGenJS Presentation</dc:subject>
  <dc:creator>PptxGenJS</dc:creator>
  <cp:lastModifiedBy>PptxGenJS</cp:lastModifiedBy>
  <cp:revision>1</cp:revision>
  <dcterms:created xsi:type="dcterms:W3CDTF">2026-09-29T18:49:58Z</dcterms:created>
  <dcterms:modified xsi:type="dcterms:W3CDTF">2026-09-29T18:49:58Z</dcterms:modified>
</cp:coreProperties>
</file>